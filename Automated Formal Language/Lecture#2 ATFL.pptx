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992410"/>
            <a:ext cx="7766936" cy="1433370"/>
          </a:xfrm>
        </p:spPr>
        <p:txBody>
          <a:bodyPr/>
          <a:lstStyle/>
          <a:p>
            <a:pPr algn="ctr"/>
            <a:r>
              <a:rPr lang="en-US" b="1" u="dbl" dirty="0"/>
              <a:t>CHAPTER 2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en-US" b="1" u="dbl" dirty="0"/>
              <a:t>‘LANGUAGES</a:t>
            </a:r>
            <a:r>
              <a:rPr lang="en-US" b="1" u="dbl" dirty="0" smtClean="0"/>
              <a:t>’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677345"/>
            <a:ext cx="7766936" cy="1096899"/>
          </a:xfrm>
        </p:spPr>
        <p:txBody>
          <a:bodyPr>
            <a:noAutofit/>
          </a:bodyPr>
          <a:lstStyle/>
          <a:p>
            <a:r>
              <a:rPr lang="en-US" sz="1200" b="1" dirty="0"/>
              <a:t>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930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0" indent="0" algn="ctr">
              <a:buNone/>
            </a:pPr>
            <a:r>
              <a:rPr lang="en-US" b="1" u="heavy" dirty="0" smtClean="0"/>
              <a:t>LANGUAGE </a:t>
            </a:r>
            <a:r>
              <a:rPr lang="en-US" b="1" u="heavy" dirty="0"/>
              <a:t>CONCEPT:-</a:t>
            </a:r>
            <a:endParaRPr lang="en-US" dirty="0"/>
          </a:p>
          <a:p>
            <a:pPr marL="0" indent="0">
              <a:buNone/>
            </a:pPr>
            <a:r>
              <a:rPr lang="en-US" b="1" u="heavy" dirty="0" smtClean="0"/>
              <a:t>Letter:</a:t>
            </a:r>
            <a:endParaRPr lang="en-US" b="1" u="sng" dirty="0" smtClean="0"/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Character/Symbols out of which we build languages for machine.</a:t>
            </a:r>
          </a:p>
          <a:p>
            <a:pPr marL="0" indent="0">
              <a:buNone/>
            </a:pPr>
            <a:r>
              <a:rPr lang="en-US" b="1" u="sng" dirty="0" smtClean="0"/>
              <a:t>Example:-</a:t>
            </a:r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b="1" dirty="0" err="1" smtClean="0"/>
              <a:t>a,b,c</a:t>
            </a:r>
            <a:r>
              <a:rPr lang="en-US" b="1" dirty="0" smtClean="0"/>
              <a:t>….</a:t>
            </a:r>
          </a:p>
          <a:p>
            <a:pPr marL="0" indent="0">
              <a:buNone/>
            </a:pPr>
            <a:r>
              <a:rPr lang="en-US" b="1" dirty="0" smtClean="0"/>
              <a:t>		1,2,3…..</a:t>
            </a:r>
          </a:p>
          <a:p>
            <a:pPr marL="0" indent="0">
              <a:buNone/>
            </a:pPr>
            <a:r>
              <a:rPr lang="en-US" b="1" u="heavy" dirty="0" smtClean="0"/>
              <a:t>Alphabet</a:t>
            </a:r>
            <a:r>
              <a:rPr lang="en-US" b="1" u="heavy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A </a:t>
            </a:r>
            <a:r>
              <a:rPr lang="en-US" dirty="0" smtClean="0"/>
              <a:t>set </a:t>
            </a:r>
            <a:r>
              <a:rPr lang="en-US" dirty="0"/>
              <a:t>of </a:t>
            </a:r>
            <a:r>
              <a:rPr lang="en-US" dirty="0" smtClean="0"/>
              <a:t>letter are </a:t>
            </a:r>
            <a:r>
              <a:rPr lang="en-US" dirty="0"/>
              <a:t>called alphabets. It is denoted by ‘∑’.</a:t>
            </a:r>
          </a:p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∑={</a:t>
            </a:r>
            <a:r>
              <a:rPr lang="en-US" dirty="0" err="1" smtClean="0"/>
              <a:t>a,b</a:t>
            </a:r>
            <a:r>
              <a:rPr lang="en-US" dirty="0" smtClean="0"/>
              <a:t>}</a:t>
            </a:r>
          </a:p>
          <a:p>
            <a:pPr marL="0" lvl="0" indent="0">
              <a:buNone/>
            </a:pPr>
            <a:r>
              <a:rPr lang="en-US" dirty="0" smtClean="0"/>
              <a:t>		∑</a:t>
            </a:r>
            <a:r>
              <a:rPr lang="en-US" dirty="0"/>
              <a:t>={0,1}</a:t>
            </a:r>
          </a:p>
          <a:p>
            <a:pPr marL="0" indent="0">
              <a:buNone/>
            </a:pPr>
            <a:endParaRPr lang="en-US" b="1" u="heavy" dirty="0" smtClean="0"/>
          </a:p>
          <a:p>
            <a:pPr marL="0" indent="0">
              <a:buNone/>
            </a:pPr>
            <a:r>
              <a:rPr lang="en-US" b="1" u="heavy" dirty="0" smtClean="0"/>
              <a:t>String: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Concatenation of letters or a sequence of letters.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{</a:t>
            </a:r>
            <a:r>
              <a:rPr lang="en-US" dirty="0" err="1" smtClean="0"/>
              <a:t>aa,bb,ab,ba</a:t>
            </a:r>
            <a:r>
              <a:rPr lang="en-US" dirty="0" smtClean="0"/>
              <a:t>}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8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endParaRPr lang="en-US" b="1" u="heavy" dirty="0" smtClean="0"/>
          </a:p>
          <a:p>
            <a:pPr marL="0" lvl="0" indent="0">
              <a:buNone/>
            </a:pPr>
            <a:r>
              <a:rPr lang="en-US" b="1" u="heavy" dirty="0" smtClean="0"/>
              <a:t>Language</a:t>
            </a:r>
            <a:r>
              <a:rPr lang="en-US" b="1" u="heavy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A set </a:t>
            </a:r>
            <a:r>
              <a:rPr lang="en-US" dirty="0"/>
              <a:t>of </a:t>
            </a:r>
            <a:r>
              <a:rPr lang="en-US" dirty="0" smtClean="0"/>
              <a:t>strings with rules.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dirty="0" smtClean="0"/>
              <a:t>Make a language for a machine in which string start with ‘a’ from alphabet {</a:t>
            </a:r>
            <a:r>
              <a:rPr lang="en-US" dirty="0" err="1" smtClean="0"/>
              <a:t>a,b</a:t>
            </a:r>
            <a:r>
              <a:rPr lang="en-US" dirty="0" smtClean="0"/>
              <a:t>}</a:t>
            </a:r>
            <a:r>
              <a:rPr lang="en-US" dirty="0"/>
              <a:t> </a:t>
            </a:r>
            <a:endParaRPr lang="en-US" dirty="0" smtClean="0"/>
          </a:p>
          <a:p>
            <a:pPr marL="0" indent="0" algn="r">
              <a:buNone/>
            </a:pPr>
            <a:r>
              <a:rPr lang="en-US" dirty="0" err="1" smtClean="0"/>
              <a:t>aa</a:t>
            </a:r>
            <a:r>
              <a:rPr lang="en-US" dirty="0" smtClean="0"/>
              <a:t>		bb</a:t>
            </a:r>
          </a:p>
          <a:p>
            <a:pPr marL="0" indent="0" algn="ctr">
              <a:buNone/>
            </a:pPr>
            <a:r>
              <a:rPr lang="en-US" b="1" dirty="0" smtClean="0"/>
              <a:t>L1={</a:t>
            </a:r>
            <a:r>
              <a:rPr lang="en-US" b="1" dirty="0" err="1" smtClean="0"/>
              <a:t>aa,ab,aba,aab</a:t>
            </a:r>
            <a:r>
              <a:rPr lang="en-US" b="1" dirty="0" smtClean="0"/>
              <a:t>,……….}</a:t>
            </a:r>
            <a:r>
              <a:rPr lang="en-US" dirty="0" smtClean="0"/>
              <a:t>			  </a:t>
            </a:r>
            <a:r>
              <a:rPr lang="en-US" dirty="0"/>
              <a:t> </a:t>
            </a:r>
            <a:r>
              <a:rPr lang="en-US" dirty="0" smtClean="0"/>
              <a:t>					                     </a:t>
            </a:r>
            <a:r>
              <a:rPr lang="en-US" dirty="0" err="1" smtClean="0"/>
              <a:t>ab</a:t>
            </a:r>
            <a:r>
              <a:rPr lang="en-US" dirty="0" smtClean="0"/>
              <a:t>               </a:t>
            </a:r>
            <a:r>
              <a:rPr lang="en-US" dirty="0" err="1" smtClean="0"/>
              <a:t>ba</a:t>
            </a:r>
            <a:endParaRPr lang="en-US" dirty="0" smtClean="0"/>
          </a:p>
          <a:p>
            <a:pPr marL="0" indent="0" algn="r">
              <a:buNone/>
            </a:pPr>
            <a:r>
              <a:rPr lang="en-US" dirty="0" err="1"/>
              <a:t>a</a:t>
            </a:r>
            <a:r>
              <a:rPr lang="en-US" dirty="0" err="1" smtClean="0"/>
              <a:t>ab</a:t>
            </a:r>
            <a:r>
              <a:rPr lang="en-US" dirty="0" smtClean="0"/>
              <a:t>		</a:t>
            </a:r>
            <a:r>
              <a:rPr lang="en-US" dirty="0" err="1" smtClean="0"/>
              <a:t>bab</a:t>
            </a:r>
            <a:endParaRPr lang="en-US" dirty="0" smtClean="0"/>
          </a:p>
          <a:p>
            <a:pPr marL="0" indent="0" algn="r">
              <a:buNone/>
            </a:pPr>
            <a:r>
              <a:rPr lang="en-US" dirty="0"/>
              <a:t>b</a:t>
            </a:r>
            <a:r>
              <a:rPr lang="en-US" dirty="0" smtClean="0"/>
              <a:t>aa		aba</a:t>
            </a:r>
            <a:endParaRPr lang="en-US" dirty="0"/>
          </a:p>
          <a:p>
            <a:pPr marL="0" lvl="0" indent="0">
              <a:buNone/>
            </a:pPr>
            <a:r>
              <a:rPr lang="en-US" b="1" u="heavy" dirty="0" smtClean="0"/>
              <a:t>Word:</a:t>
            </a:r>
          </a:p>
          <a:p>
            <a:pPr marL="0" lvl="0" indent="0">
              <a:buNone/>
            </a:pPr>
            <a:r>
              <a:rPr lang="en-US" dirty="0" smtClean="0"/>
              <a:t>		String that is permissible in language.</a:t>
            </a:r>
            <a:endParaRPr lang="en-US" dirty="0"/>
          </a:p>
          <a:p>
            <a:pPr marL="0" lvl="0" indent="0">
              <a:buNone/>
            </a:pPr>
            <a:r>
              <a:rPr lang="en-US" b="1" u="heavy" dirty="0" smtClean="0"/>
              <a:t>Empty </a:t>
            </a:r>
            <a:r>
              <a:rPr lang="en-US" b="1" u="heavy" dirty="0"/>
              <a:t>String: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dirty="0" smtClean="0"/>
              <a:t>string that has no letter it is denoted by E, Ʌ or 1(Capital </a:t>
            </a:r>
            <a:r>
              <a:rPr lang="en-US" dirty="0"/>
              <a:t>Lambda).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lvl="0" indent="0">
              <a:buNone/>
            </a:pPr>
            <a:r>
              <a:rPr lang="en-US" b="1" u="heavy" dirty="0" smtClean="0"/>
              <a:t>Length of String</a:t>
            </a:r>
            <a:r>
              <a:rPr lang="en-US" b="1" u="heavy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smtClean="0"/>
              <a:t>Is a number of letter in a string.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s = </a:t>
            </a:r>
            <a:r>
              <a:rPr lang="en-US" dirty="0" err="1" smtClean="0"/>
              <a:t>abab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[ ] = 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Length [s]=4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Length [</a:t>
            </a:r>
            <a:r>
              <a:rPr lang="en-US" dirty="0" err="1" smtClean="0"/>
              <a:t>abab</a:t>
            </a:r>
            <a:r>
              <a:rPr lang="en-US" dirty="0" smtClean="0"/>
              <a:t>] =4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751298" y="2236763"/>
            <a:ext cx="801859" cy="675249"/>
          </a:xfrm>
          <a:prstGeom prst="ellipse">
            <a:avLst/>
          </a:prstGeom>
          <a:noFill/>
          <a:ln>
            <a:solidFill>
              <a:srgbClr val="FF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3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041362"/>
          </a:xfrm>
        </p:spPr>
        <p:txBody>
          <a:bodyPr>
            <a:normAutofit lnSpcReduction="10000"/>
          </a:bodyPr>
          <a:lstStyle/>
          <a:p>
            <a:pPr lvl="0"/>
            <a:endParaRPr lang="en-US" b="1" u="heavy" dirty="0" smtClean="0"/>
          </a:p>
          <a:p>
            <a:pPr marL="0" lvl="0" indent="0">
              <a:buNone/>
            </a:pPr>
            <a:r>
              <a:rPr lang="en-US" b="1" u="heavy" dirty="0" smtClean="0"/>
              <a:t>Reverse </a:t>
            </a:r>
            <a:r>
              <a:rPr lang="en-US" b="1" u="heavy" dirty="0"/>
              <a:t>of String: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Is obtained by writing letter of string in a reverse order denoted by Rev [r].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Example</a:t>
            </a:r>
            <a:r>
              <a:rPr lang="en-US" b="1" dirty="0"/>
              <a:t>:</a:t>
            </a:r>
            <a:r>
              <a:rPr lang="en-US" dirty="0"/>
              <a:t>-</a:t>
            </a:r>
          </a:p>
          <a:p>
            <a:pPr marL="0" lvl="0" indent="0">
              <a:buNone/>
            </a:pPr>
            <a:r>
              <a:rPr lang="en-US" dirty="0" smtClean="0"/>
              <a:t>			r=</a:t>
            </a:r>
            <a:r>
              <a:rPr lang="en-US" dirty="0" err="1" smtClean="0"/>
              <a:t>abab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			rev[r]= baba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u="heavy" dirty="0" smtClean="0"/>
              <a:t>Power of Alphabet:</a:t>
            </a:r>
          </a:p>
          <a:p>
            <a:pPr marL="0" indent="0">
              <a:buNone/>
            </a:pPr>
            <a:r>
              <a:rPr lang="en-US" dirty="0" smtClean="0"/>
              <a:t>	Determines that the strings made from alphabet will be of length equal to power of alphabet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b="1" u="sng" dirty="0"/>
              <a:t>Example</a:t>
            </a:r>
            <a:r>
              <a:rPr lang="en-US" b="1" dirty="0"/>
              <a:t>:</a:t>
            </a: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/>
              <a:t>	∑</a:t>
            </a:r>
            <a:r>
              <a:rPr lang="en-US" dirty="0" smtClean="0"/>
              <a:t>= {</a:t>
            </a:r>
            <a:r>
              <a:rPr lang="en-US" dirty="0" err="1" smtClean="0"/>
              <a:t>a,b</a:t>
            </a:r>
            <a:r>
              <a:rPr lang="en-US" dirty="0" smtClean="0"/>
              <a:t>}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Formula:</a:t>
            </a:r>
          </a:p>
          <a:p>
            <a:pPr marL="0" indent="0">
              <a:buNone/>
            </a:pPr>
            <a:r>
              <a:rPr lang="en-US" dirty="0" smtClean="0"/>
              <a:t>			</a:t>
            </a:r>
            <a:r>
              <a:rPr lang="en-US" dirty="0"/>
              <a:t>n</a:t>
            </a:r>
            <a:r>
              <a:rPr lang="en-US" baseline="30000" dirty="0"/>
              <a:t>m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where; 	n=total number of letter in </a:t>
            </a:r>
            <a:r>
              <a:rPr lang="en-US" dirty="0" err="1" smtClean="0"/>
              <a:t>alphabat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m= Length/Power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	∑= </a:t>
            </a:r>
            <a:r>
              <a:rPr lang="en-US" dirty="0" smtClean="0"/>
              <a:t>{</a:t>
            </a:r>
            <a:r>
              <a:rPr lang="en-US" dirty="0" err="1" smtClean="0"/>
              <a:t>aa,bb,ab,ba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0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9183"/>
            <a:ext cx="8596668" cy="5932180"/>
          </a:xfrm>
        </p:spPr>
        <p:txBody>
          <a:bodyPr/>
          <a:lstStyle/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 smtClean="0"/>
              <a:t>Power of String:</a:t>
            </a:r>
          </a:p>
          <a:p>
            <a:pPr marL="0" indent="0">
              <a:buNone/>
            </a:pPr>
            <a:r>
              <a:rPr lang="en-US" dirty="0" smtClean="0"/>
              <a:t>	Determine the length of string.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b="1" u="sng" dirty="0"/>
              <a:t>Example</a:t>
            </a:r>
            <a:r>
              <a:rPr lang="en-US" b="1" dirty="0"/>
              <a:t>:</a:t>
            </a: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smtClean="0"/>
              <a:t>{</a:t>
            </a:r>
            <a:r>
              <a:rPr lang="en-US" dirty="0" err="1" smtClean="0"/>
              <a:t>bab</a:t>
            </a:r>
            <a:r>
              <a:rPr lang="en-US" dirty="0" smtClean="0"/>
              <a:t>}</a:t>
            </a:r>
            <a:r>
              <a:rPr lang="en-US" baseline="30000" dirty="0" smtClean="0"/>
              <a:t>2 </a:t>
            </a:r>
            <a:r>
              <a:rPr lang="en-US" dirty="0" smtClean="0"/>
              <a:t>=</a:t>
            </a:r>
            <a:r>
              <a:rPr lang="en-US" dirty="0" err="1" smtClean="0"/>
              <a:t>babbab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{ba</a:t>
            </a:r>
            <a:r>
              <a:rPr lang="en-US" baseline="30000" dirty="0" smtClean="0"/>
              <a:t>2</a:t>
            </a:r>
            <a:r>
              <a:rPr lang="en-US" dirty="0" smtClean="0"/>
              <a:t>b}=</a:t>
            </a:r>
            <a:r>
              <a:rPr lang="en-US" dirty="0" err="1" smtClean="0"/>
              <a:t>baab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u="heavy" dirty="0"/>
              <a:t>Palindrome: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Strings that read the same forward and backward are called palindrome.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u="sng" dirty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∑ = 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        ∑= {</a:t>
            </a:r>
            <a:r>
              <a:rPr lang="en-US" dirty="0" err="1"/>
              <a:t>aa,bb,aba,bab,bbb,baab</a:t>
            </a:r>
            <a:r>
              <a:rPr lang="en-US" dirty="0" smtClean="0"/>
              <a:t>,……}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22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heavy" dirty="0"/>
              <a:t>TERMS AND PARTS OF STRING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5769"/>
            <a:ext cx="8596668" cy="5132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the string‘s’ at which the following operations are performed.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>
              <a:buFont typeface="+mj-lt"/>
              <a:buAutoNum type="arabicPeriod"/>
            </a:pPr>
            <a:r>
              <a:rPr lang="en-US" b="1" u="heavy" dirty="0"/>
              <a:t>Prefix of ‘s’: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It is obtained by removing zero or more trailing symbol.</a:t>
            </a:r>
          </a:p>
          <a:p>
            <a:pPr marL="0" indent="0">
              <a:buNone/>
            </a:pPr>
            <a:r>
              <a:rPr lang="en-US" b="1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‘man’ is the prefix of the word mankind.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0">
              <a:buFont typeface="+mj-lt"/>
              <a:buAutoNum type="arabicPeriod" startAt="2"/>
            </a:pPr>
            <a:r>
              <a:rPr lang="en-US" b="1" u="heavy" dirty="0"/>
              <a:t>Suffix of ‘s’: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It is obtained by removing zero </a:t>
            </a:r>
            <a:r>
              <a:rPr lang="en-US" dirty="0" smtClean="0"/>
              <a:t>or more </a:t>
            </a:r>
            <a:r>
              <a:rPr lang="en-US" dirty="0"/>
              <a:t>leading symbol.</a:t>
            </a:r>
          </a:p>
          <a:p>
            <a:pPr marL="0" indent="0">
              <a:buNone/>
            </a:pPr>
            <a:r>
              <a:rPr lang="en-US" b="1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‘kind’ is the suffix of the word mankind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3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28033"/>
            <a:ext cx="8596668" cy="5513329"/>
          </a:xfrm>
        </p:spPr>
        <p:txBody>
          <a:bodyPr>
            <a:normAutofit/>
          </a:bodyPr>
          <a:lstStyle/>
          <a:p>
            <a:pPr lvl="0">
              <a:buFont typeface="+mj-lt"/>
              <a:buAutoNum type="arabicPeriod" startAt="3"/>
            </a:pPr>
            <a:endParaRPr lang="en-US" b="1" u="heavy" dirty="0" smtClean="0"/>
          </a:p>
          <a:p>
            <a:pPr lvl="0">
              <a:buFont typeface="+mj-lt"/>
              <a:buAutoNum type="arabicPeriod" startAt="3"/>
            </a:pPr>
            <a:r>
              <a:rPr lang="en-US" b="1" u="heavy" dirty="0" smtClean="0"/>
              <a:t>Substring </a:t>
            </a:r>
            <a:r>
              <a:rPr lang="en-US" b="1" u="heavy" dirty="0"/>
              <a:t>of ‘s’: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It is denoted by </a:t>
            </a:r>
            <a:r>
              <a:rPr lang="en-US" dirty="0" smtClean="0"/>
              <a:t>removing a </a:t>
            </a:r>
            <a:r>
              <a:rPr lang="en-US" dirty="0"/>
              <a:t>prefix or suffix from ‘s’.</a:t>
            </a:r>
          </a:p>
          <a:p>
            <a:pPr marL="0" indent="0">
              <a:buNone/>
            </a:pPr>
            <a:r>
              <a:rPr lang="en-US" b="1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‘an’ is the substring of the word mankind.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>
              <a:buFont typeface="+mj-lt"/>
              <a:buAutoNum type="arabicPeriod" startAt="4"/>
            </a:pPr>
            <a:r>
              <a:rPr lang="en-US" b="1" u="heavy" dirty="0"/>
              <a:t>Subsequence of ‘s’: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Any string form by deleting alphabets but not necessary in contiguous symbol from ‘s’.</a:t>
            </a:r>
          </a:p>
          <a:p>
            <a:pPr marL="0" indent="0">
              <a:buNone/>
            </a:pPr>
            <a:r>
              <a:rPr lang="en-US" b="1" dirty="0"/>
              <a:t>Example:-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‘maid’ is the subsequence of a word mankind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>
            <a:normAutofit/>
          </a:bodyPr>
          <a:lstStyle/>
          <a:p>
            <a:pPr lvl="0">
              <a:buFont typeface="+mj-lt"/>
              <a:buAutoNum type="arabicPeriod" startAt="5"/>
            </a:pPr>
            <a:endParaRPr lang="en-US" b="1" u="heavy" dirty="0" smtClean="0"/>
          </a:p>
          <a:p>
            <a:pPr lvl="0">
              <a:buFont typeface="+mj-lt"/>
              <a:buAutoNum type="arabicPeriod" startAt="5"/>
            </a:pPr>
            <a:endParaRPr lang="en-US" b="1" u="heavy" dirty="0"/>
          </a:p>
          <a:p>
            <a:pPr lvl="0">
              <a:buFont typeface="+mj-lt"/>
              <a:buAutoNum type="arabicPeriod" startAt="5"/>
            </a:pPr>
            <a:r>
              <a:rPr lang="en-US" b="1" u="heavy" dirty="0" smtClean="0"/>
              <a:t>String </a:t>
            </a:r>
            <a:r>
              <a:rPr lang="en-US" b="1" u="heavy" dirty="0"/>
              <a:t>Concatenation: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The </a:t>
            </a:r>
            <a:r>
              <a:rPr lang="en-US" dirty="0"/>
              <a:t>concatenation of </a:t>
            </a:r>
            <a:r>
              <a:rPr lang="en-US" dirty="0" smtClean="0"/>
              <a:t>two strings </a:t>
            </a:r>
            <a:r>
              <a:rPr lang="en-US" dirty="0"/>
              <a:t>are formed by appending all the </a:t>
            </a:r>
            <a:r>
              <a:rPr lang="en-US" dirty="0" smtClean="0"/>
              <a:t>				characters </a:t>
            </a:r>
            <a:r>
              <a:rPr lang="en-US" dirty="0"/>
              <a:t>of one string at the end of other </a:t>
            </a:r>
            <a:r>
              <a:rPr lang="en-US" dirty="0" smtClean="0"/>
              <a:t>strings.</a:t>
            </a:r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smtClean="0"/>
              <a:t>x=data </a:t>
            </a:r>
            <a:r>
              <a:rPr lang="en-US" dirty="0"/>
              <a:t>&amp; y=base, then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smtClean="0"/>
              <a:t>(</a:t>
            </a:r>
            <a:r>
              <a:rPr lang="en-US" dirty="0"/>
              <a:t>x)concatenated(y)=</a:t>
            </a:r>
            <a:r>
              <a:rPr lang="en-US" dirty="0" err="1"/>
              <a:t>xy</a:t>
            </a:r>
            <a:r>
              <a:rPr lang="en-US" dirty="0"/>
              <a:t>=database.</a:t>
            </a:r>
            <a:endParaRPr lang="en-US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20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8FFBD07865B428CF8B6E8FC227FE0" ma:contentTypeVersion="2" ma:contentTypeDescription="Create a new document." ma:contentTypeScope="" ma:versionID="d9c169848c4fca8cefbca414d4ac936f">
  <xsd:schema xmlns:xsd="http://www.w3.org/2001/XMLSchema" xmlns:xs="http://www.w3.org/2001/XMLSchema" xmlns:p="http://schemas.microsoft.com/office/2006/metadata/properties" xmlns:ns2="4b4ae785-5b40-41aa-9be8-e2dc4809edeb" targetNamespace="http://schemas.microsoft.com/office/2006/metadata/properties" ma:root="true" ma:fieldsID="03423c41b0bf4d78c76be07955757213" ns2:_="">
    <xsd:import namespace="4b4ae785-5b40-41aa-9be8-e2dc4809e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ae785-5b40-41aa-9be8-e2dc4809ed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30E85-4527-4481-B912-80A7F1B8D175}"/>
</file>

<file path=customXml/itemProps2.xml><?xml version="1.0" encoding="utf-8"?>
<ds:datastoreItem xmlns:ds="http://schemas.openxmlformats.org/officeDocument/2006/customXml" ds:itemID="{9F838466-9D71-43A5-9507-21BBC4668235}"/>
</file>

<file path=customXml/itemProps3.xml><?xml version="1.0" encoding="utf-8"?>
<ds:datastoreItem xmlns:ds="http://schemas.openxmlformats.org/officeDocument/2006/customXml" ds:itemID="{F58B75D6-0160-4ABD-A72D-2AE5DBC1903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120</TotalTime>
  <Words>64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CHAPTER 2   ‘LANGUAGES’</vt:lpstr>
      <vt:lpstr>PowerPoint Presentation</vt:lpstr>
      <vt:lpstr>PowerPoint Presentation</vt:lpstr>
      <vt:lpstr>PowerPoint Presentation</vt:lpstr>
      <vt:lpstr>PowerPoint Presentation</vt:lpstr>
      <vt:lpstr>TERMS AND PARTS OF STRING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  ‘LANGUAGES’</dc:title>
  <dc:creator>Microsoft account</dc:creator>
  <cp:lastModifiedBy>Microsoft account</cp:lastModifiedBy>
  <cp:revision>15</cp:revision>
  <dcterms:created xsi:type="dcterms:W3CDTF">2020-07-21T16:20:47Z</dcterms:created>
  <dcterms:modified xsi:type="dcterms:W3CDTF">2020-07-25T05:30:23Z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0x0101009288FFBD07865B428CF8B6E8FC227FE0</vt:lpwstr>
  </property>
</Properties>
</file>