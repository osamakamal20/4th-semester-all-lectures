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5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>
      <p:cViewPr varScale="1">
        <p:scale>
          <a:sx n="74" d="100"/>
          <a:sy n="74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8/11/2020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8/11/2020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8/11/2020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8/11/2020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8/11/2020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8/11/2020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8/11/2020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8/11/2020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8/11/2020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6275" y="2361127"/>
            <a:ext cx="8596668" cy="1320800"/>
          </a:xfrm>
        </p:spPr>
        <p:txBody>
          <a:bodyPr/>
          <a:lstStyle/>
          <a:p>
            <a:pPr algn="ctr"/>
            <a:r>
              <a:rPr lang="en-US" b="1" u="dbl" dirty="0" smtClean="0"/>
              <a:t>Lecture#5 &amp; 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083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dbl" dirty="0"/>
              <a:t>CHAPTER 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90"/>
            <a:ext cx="8596668" cy="230838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b="1" u="dbl" dirty="0">
                <a:solidFill>
                  <a:schemeClr val="accent1"/>
                </a:solidFill>
              </a:rPr>
              <a:t>REGULAR EXPRESSIONS</a:t>
            </a:r>
            <a:endParaRPr lang="en-US" sz="36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1031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0"/>
            <a:ext cx="8596668" cy="685799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Three ways of defining language:-</a:t>
            </a:r>
          </a:p>
          <a:p>
            <a:pPr marL="0" lvl="0" indent="0">
              <a:buNone/>
            </a:pPr>
            <a:r>
              <a:rPr lang="en-US" dirty="0"/>
              <a:t>Recursive Definition(RD)</a:t>
            </a:r>
          </a:p>
          <a:p>
            <a:pPr marL="0" lvl="0" indent="0">
              <a:buNone/>
            </a:pPr>
            <a:r>
              <a:rPr lang="en-US" dirty="0"/>
              <a:t>Regular Expression(RE)</a:t>
            </a:r>
          </a:p>
          <a:p>
            <a:pPr marL="0" lvl="0" indent="0">
              <a:buNone/>
            </a:pPr>
            <a:r>
              <a:rPr lang="en-US" dirty="0"/>
              <a:t>Finite Automata(FA)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b="1" u="heavy" dirty="0"/>
              <a:t>REGULAR EXPRESSIONS (RE):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It is a notation used to define the class of languages called Regular Expressions or Regular sets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					</a:t>
            </a:r>
            <a:r>
              <a:rPr lang="en-US" b="1" u="sng" dirty="0" smtClean="0"/>
              <a:t>or</a:t>
            </a:r>
          </a:p>
          <a:p>
            <a:pPr marL="0" indent="0">
              <a:buNone/>
            </a:pPr>
            <a:r>
              <a:rPr lang="en-US" dirty="0" smtClean="0"/>
              <a:t>It is one of the language defining methods by which language is represented in terms of strings (Power, Concatenation, Union)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b="1" u="heavy" dirty="0"/>
              <a:t>REGULAR LANGUAGES</a:t>
            </a:r>
            <a:r>
              <a:rPr lang="en-US" u="heavy" dirty="0"/>
              <a:t>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The languages that are associated with regular expressions are called Regular languages and are set to be defined by the finite representation.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9683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idx="1"/>
          </p:nvPr>
        </p:nvSpPr>
        <p:spPr>
          <a:xfrm>
            <a:off x="677863" y="-191069"/>
            <a:ext cx="8596312" cy="704906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1" u="sng" dirty="0" smtClean="0"/>
          </a:p>
          <a:p>
            <a:pPr marL="0" indent="0">
              <a:buNone/>
            </a:pPr>
            <a:r>
              <a:rPr lang="en-US" b="1" u="sng" dirty="0" smtClean="0"/>
              <a:t>Example</a:t>
            </a:r>
            <a:r>
              <a:rPr lang="en-US" b="1" u="sng" dirty="0"/>
              <a:t>:-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String contain only ‘a’ letters</a:t>
            </a:r>
            <a:endParaRPr lang="en-US" dirty="0"/>
          </a:p>
          <a:p>
            <a:r>
              <a:rPr lang="en-US" b="1" dirty="0" smtClean="0"/>
              <a:t>L</a:t>
            </a:r>
            <a:r>
              <a:rPr lang="en-US" b="1" baseline="-25000" dirty="0" smtClean="0"/>
              <a:t>1 </a:t>
            </a:r>
            <a:r>
              <a:rPr lang="en-US" dirty="0"/>
              <a:t>= { </a:t>
            </a:r>
            <a:r>
              <a:rPr lang="en-US" dirty="0" err="1"/>
              <a:t>a,aa,aaa,aaaa</a:t>
            </a:r>
            <a:r>
              <a:rPr lang="en-US" dirty="0"/>
              <a:t>,…..}</a:t>
            </a:r>
          </a:p>
          <a:p>
            <a:pPr marL="0" indent="0">
              <a:buNone/>
            </a:pPr>
            <a:r>
              <a:rPr lang="en-US" dirty="0"/>
              <a:t>		R.E= a</a:t>
            </a:r>
            <a:r>
              <a:rPr lang="en-US" baseline="30000" dirty="0"/>
              <a:t>+ 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String </a:t>
            </a:r>
            <a:r>
              <a:rPr lang="en-US" dirty="0"/>
              <a:t>contain </a:t>
            </a:r>
            <a:r>
              <a:rPr lang="en-US" dirty="0" smtClean="0"/>
              <a:t>‘a’ letters</a:t>
            </a:r>
            <a:endParaRPr lang="en-US" b="1" dirty="0" smtClean="0"/>
          </a:p>
          <a:p>
            <a:r>
              <a:rPr lang="en-US" b="1" dirty="0" smtClean="0"/>
              <a:t>L</a:t>
            </a:r>
            <a:r>
              <a:rPr lang="en-US" b="1" baseline="-25000" dirty="0"/>
              <a:t>2</a:t>
            </a:r>
            <a:r>
              <a:rPr lang="en-US" baseline="-25000" dirty="0" smtClean="0"/>
              <a:t> </a:t>
            </a:r>
            <a:r>
              <a:rPr lang="en-US" dirty="0"/>
              <a:t>= {1,a,aa,aaa,aaaa,aaaaa,……}</a:t>
            </a:r>
          </a:p>
          <a:p>
            <a:pPr marL="0" indent="0">
              <a:buNone/>
            </a:pPr>
            <a:r>
              <a:rPr lang="en-US" dirty="0" smtClean="0"/>
              <a:t>		R.E</a:t>
            </a:r>
            <a:r>
              <a:rPr lang="en-US" dirty="0"/>
              <a:t>= a*</a:t>
            </a:r>
          </a:p>
          <a:p>
            <a:pPr marL="0" indent="0">
              <a:buNone/>
            </a:pPr>
            <a:r>
              <a:rPr lang="en-US" dirty="0"/>
              <a:t> 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String </a:t>
            </a:r>
            <a:r>
              <a:rPr lang="en-US" dirty="0"/>
              <a:t>contain </a:t>
            </a:r>
            <a:r>
              <a:rPr lang="en-US" dirty="0" smtClean="0"/>
              <a:t>‘a’ and ‘b’ letters</a:t>
            </a:r>
            <a:endParaRPr lang="en-US" dirty="0"/>
          </a:p>
          <a:p>
            <a:r>
              <a:rPr lang="en-US" b="1" dirty="0"/>
              <a:t>L</a:t>
            </a:r>
            <a:r>
              <a:rPr lang="en-US" b="1" baseline="-25000" dirty="0"/>
              <a:t>3 </a:t>
            </a:r>
            <a:r>
              <a:rPr lang="en-US" dirty="0"/>
              <a:t>= </a:t>
            </a:r>
            <a:r>
              <a:rPr lang="en-US" dirty="0" smtClean="0"/>
              <a:t>{1,a,b,aa,bb,ab,ba,aab,aaa,bbb,bbba,bbaa,aaab,abbb,aabbb,bbbbb,……}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		R.E</a:t>
            </a:r>
            <a:r>
              <a:rPr lang="en-US" dirty="0"/>
              <a:t>= a*b*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String </a:t>
            </a:r>
            <a:r>
              <a:rPr lang="en-US" dirty="0"/>
              <a:t>contain </a:t>
            </a:r>
            <a:r>
              <a:rPr lang="en-US" dirty="0" smtClean="0"/>
              <a:t>‘</a:t>
            </a:r>
            <a:r>
              <a:rPr lang="en-US" dirty="0" err="1" smtClean="0"/>
              <a:t>ab</a:t>
            </a:r>
            <a:r>
              <a:rPr lang="en-US" dirty="0" smtClean="0"/>
              <a:t>’ letters</a:t>
            </a:r>
          </a:p>
          <a:p>
            <a:r>
              <a:rPr lang="en-US" b="1" dirty="0"/>
              <a:t>L</a:t>
            </a:r>
            <a:r>
              <a:rPr lang="en-US" b="1" baseline="-25000" dirty="0"/>
              <a:t>4</a:t>
            </a:r>
            <a:r>
              <a:rPr lang="en-US" baseline="-25000" dirty="0"/>
              <a:t> </a:t>
            </a:r>
            <a:r>
              <a:rPr lang="en-US" dirty="0"/>
              <a:t>= {1,ab,abab,ababab,abababab,…..}</a:t>
            </a:r>
          </a:p>
          <a:p>
            <a:pPr marL="0" indent="0">
              <a:buNone/>
            </a:pPr>
            <a:r>
              <a:rPr lang="en-US" dirty="0" smtClean="0"/>
              <a:t>	R.E</a:t>
            </a:r>
            <a:r>
              <a:rPr lang="en-US" dirty="0"/>
              <a:t>=(</a:t>
            </a:r>
            <a:r>
              <a:rPr lang="en-US" dirty="0" err="1"/>
              <a:t>ab</a:t>
            </a:r>
            <a:r>
              <a:rPr lang="en-US" dirty="0" smtClean="0"/>
              <a:t>)*</a:t>
            </a:r>
          </a:p>
        </p:txBody>
      </p:sp>
    </p:spTree>
    <p:extLst>
      <p:ext uri="{BB962C8B-B14F-4D97-AF65-F5344CB8AC3E}">
        <p14:creationId xmlns:p14="http://schemas.microsoft.com/office/powerpoint/2010/main" val="571018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"/>
            <a:ext cx="8596668" cy="6709892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String contain only ‘</a:t>
            </a:r>
            <a:r>
              <a:rPr lang="en-US" dirty="0" err="1"/>
              <a:t>ab</a:t>
            </a:r>
            <a:r>
              <a:rPr lang="en-US" dirty="0"/>
              <a:t>’ letters</a:t>
            </a:r>
          </a:p>
          <a:p>
            <a:r>
              <a:rPr lang="en-US" b="1" dirty="0"/>
              <a:t>L</a:t>
            </a:r>
            <a:r>
              <a:rPr lang="en-US" b="1" baseline="-25000" dirty="0"/>
              <a:t>5</a:t>
            </a:r>
            <a:r>
              <a:rPr lang="en-US" baseline="-25000" dirty="0"/>
              <a:t> </a:t>
            </a:r>
            <a:r>
              <a:rPr lang="en-US" dirty="0"/>
              <a:t>= {</a:t>
            </a:r>
            <a:r>
              <a:rPr lang="en-US" dirty="0" err="1"/>
              <a:t>ab,abab,ababab,abababab</a:t>
            </a:r>
            <a:r>
              <a:rPr lang="en-US" dirty="0"/>
              <a:t>,…..}</a:t>
            </a:r>
          </a:p>
          <a:p>
            <a:pPr marL="0" indent="0">
              <a:buNone/>
            </a:pPr>
            <a:r>
              <a:rPr lang="en-US" dirty="0" smtClean="0"/>
              <a:t>	R.E</a:t>
            </a:r>
            <a:r>
              <a:rPr lang="en-US" dirty="0"/>
              <a:t>=(</a:t>
            </a:r>
            <a:r>
              <a:rPr lang="en-US" dirty="0" err="1"/>
              <a:t>ab</a:t>
            </a:r>
            <a:r>
              <a:rPr lang="en-US" dirty="0"/>
              <a:t>)</a:t>
            </a:r>
            <a:r>
              <a:rPr lang="en-US" baseline="30000" dirty="0"/>
              <a:t>+ </a:t>
            </a:r>
          </a:p>
          <a:p>
            <a:pPr marL="0" indent="0">
              <a:buNone/>
            </a:pPr>
            <a:endParaRPr lang="en-US" baseline="30000" dirty="0"/>
          </a:p>
          <a:p>
            <a:pPr marL="0" indent="0">
              <a:buNone/>
            </a:pPr>
            <a:r>
              <a:rPr lang="en-US" dirty="0"/>
              <a:t>String start with ‘a’ and ends with ‘a’ and contain </a:t>
            </a:r>
            <a:r>
              <a:rPr lang="en-US" dirty="0" smtClean="0"/>
              <a:t>any ‘b</a:t>
            </a:r>
            <a:r>
              <a:rPr lang="en-US" dirty="0"/>
              <a:t>’ letters.</a:t>
            </a:r>
          </a:p>
          <a:p>
            <a:r>
              <a:rPr lang="en-US" b="1" dirty="0"/>
              <a:t>L</a:t>
            </a:r>
            <a:r>
              <a:rPr lang="en-US" b="1" baseline="-25000" dirty="0"/>
              <a:t>6 </a:t>
            </a:r>
            <a:r>
              <a:rPr lang="en-US" dirty="0"/>
              <a:t>= {</a:t>
            </a:r>
            <a:r>
              <a:rPr lang="en-US" dirty="0" err="1" smtClean="0"/>
              <a:t>aa,aba,abba,abbba,abbbba</a:t>
            </a:r>
            <a:r>
              <a:rPr lang="en-US" dirty="0"/>
              <a:t>,…..}</a:t>
            </a:r>
          </a:p>
          <a:p>
            <a:pPr marL="0" indent="0">
              <a:buNone/>
            </a:pPr>
            <a:r>
              <a:rPr lang="en-US" dirty="0" smtClean="0"/>
              <a:t>	R.E=</a:t>
            </a:r>
            <a:r>
              <a:rPr lang="en-US" dirty="0" err="1" smtClean="0"/>
              <a:t>ab</a:t>
            </a:r>
            <a:r>
              <a:rPr lang="en-US" dirty="0" smtClean="0"/>
              <a:t>*a               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String </a:t>
            </a:r>
            <a:r>
              <a:rPr lang="en-US" dirty="0"/>
              <a:t>start with ‘a’ and contain any ‘b’ letters</a:t>
            </a:r>
            <a:endParaRPr lang="en-US" b="1" dirty="0"/>
          </a:p>
          <a:p>
            <a:r>
              <a:rPr lang="en-US" b="1" dirty="0"/>
              <a:t>L</a:t>
            </a:r>
            <a:r>
              <a:rPr lang="en-US" b="1" baseline="-25000" dirty="0"/>
              <a:t>7 </a:t>
            </a:r>
            <a:r>
              <a:rPr lang="en-US" dirty="0"/>
              <a:t>= {</a:t>
            </a:r>
            <a:r>
              <a:rPr lang="en-US" dirty="0" err="1" smtClean="0"/>
              <a:t>a,ab,abb,abbb,abbbb</a:t>
            </a:r>
            <a:r>
              <a:rPr lang="en-US" dirty="0"/>
              <a:t>,…..}</a:t>
            </a:r>
          </a:p>
          <a:p>
            <a:pPr marL="0" indent="0">
              <a:buNone/>
            </a:pPr>
            <a:r>
              <a:rPr lang="en-US" dirty="0" smtClean="0"/>
              <a:t>	R.E=</a:t>
            </a:r>
            <a:r>
              <a:rPr lang="en-US" dirty="0" err="1" smtClean="0"/>
              <a:t>ab</a:t>
            </a:r>
            <a:r>
              <a:rPr lang="en-US" dirty="0" smtClean="0"/>
              <a:t>*  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String contain ‘a’ or ‘b’</a:t>
            </a:r>
          </a:p>
          <a:p>
            <a:r>
              <a:rPr lang="en-US" b="1" dirty="0"/>
              <a:t>L</a:t>
            </a:r>
            <a:r>
              <a:rPr lang="en-US" b="1" baseline="-25000" dirty="0"/>
              <a:t>8</a:t>
            </a:r>
            <a:r>
              <a:rPr lang="en-US" dirty="0"/>
              <a:t>= {</a:t>
            </a:r>
            <a:r>
              <a:rPr lang="en-US" dirty="0" err="1"/>
              <a:t>a,b</a:t>
            </a: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           R.E = (a + b) or a/b Union of strings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7530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idx="1"/>
          </p:nvPr>
        </p:nvSpPr>
        <p:spPr>
          <a:xfrm>
            <a:off x="677863" y="0"/>
            <a:ext cx="8596312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 </a:t>
            </a:r>
          </a:p>
          <a:p>
            <a:pPr marL="0" indent="0">
              <a:buNone/>
            </a:pPr>
            <a:r>
              <a:rPr lang="en-US" dirty="0" smtClean="0"/>
              <a:t>String contain any ‘a’ or any ‘b’</a:t>
            </a:r>
          </a:p>
          <a:p>
            <a:r>
              <a:rPr lang="en-US" b="1" dirty="0" smtClean="0"/>
              <a:t>L</a:t>
            </a:r>
            <a:r>
              <a:rPr lang="en-US" b="1" baseline="-25000" dirty="0" smtClean="0"/>
              <a:t>9</a:t>
            </a:r>
            <a:r>
              <a:rPr lang="en-US" dirty="0" smtClean="0"/>
              <a:t> = {1,a,b,aa,bb,aaa,bbb,aaaa,bbbbb,aaaaa,bbbbbb,……..}</a:t>
            </a:r>
          </a:p>
          <a:p>
            <a:pPr marL="0" indent="0">
              <a:buNone/>
            </a:pPr>
            <a:r>
              <a:rPr lang="en-US" dirty="0" smtClean="0"/>
              <a:t>	R.E= (</a:t>
            </a:r>
            <a:r>
              <a:rPr lang="en-US" dirty="0" err="1" smtClean="0"/>
              <a:t>a+b</a:t>
            </a:r>
            <a:r>
              <a:rPr lang="en-US" dirty="0" smtClean="0"/>
              <a:t>)* or (a/b)*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 String contain any ‘a’ or any ‘b</a:t>
            </a:r>
            <a:r>
              <a:rPr lang="en-US" dirty="0" smtClean="0"/>
              <a:t>’ and contain ‘C’ letters</a:t>
            </a:r>
          </a:p>
          <a:p>
            <a:r>
              <a:rPr lang="en-US" b="1" dirty="0" smtClean="0"/>
              <a:t>L</a:t>
            </a:r>
            <a:r>
              <a:rPr lang="en-US" b="1" baseline="-25000" dirty="0" smtClean="0"/>
              <a:t>10</a:t>
            </a:r>
            <a:r>
              <a:rPr lang="en-US" dirty="0" smtClean="0"/>
              <a:t>= {</a:t>
            </a:r>
            <a:r>
              <a:rPr lang="en-US" dirty="0" err="1" smtClean="0"/>
              <a:t>a,b,ac,bc,acc,bcc,accc,bccc,acccc,bcccc</a:t>
            </a:r>
            <a:r>
              <a:rPr lang="en-US" dirty="0" smtClean="0"/>
              <a:t>,….}</a:t>
            </a:r>
          </a:p>
          <a:p>
            <a:pPr marL="0" indent="0">
              <a:buNone/>
            </a:pPr>
            <a:r>
              <a:rPr lang="en-US" dirty="0" smtClean="0"/>
              <a:t>	R.E </a:t>
            </a:r>
            <a:r>
              <a:rPr lang="en-US" dirty="0"/>
              <a:t>= </a:t>
            </a:r>
            <a:r>
              <a:rPr lang="en-US" dirty="0" smtClean="0"/>
              <a:t>(</a:t>
            </a:r>
            <a:r>
              <a:rPr lang="en-US" dirty="0"/>
              <a:t>a + </a:t>
            </a:r>
            <a:r>
              <a:rPr lang="en-US" dirty="0" smtClean="0"/>
              <a:t>b)c* or (a/b)c*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String </a:t>
            </a:r>
            <a:r>
              <a:rPr lang="en-US" dirty="0"/>
              <a:t>start with ‘a’ and ends with ‘a’ </a:t>
            </a:r>
            <a:r>
              <a:rPr lang="en-US" dirty="0" smtClean="0"/>
              <a:t>and </a:t>
            </a:r>
            <a:r>
              <a:rPr lang="en-US" dirty="0"/>
              <a:t>contain any </a:t>
            </a:r>
            <a:r>
              <a:rPr lang="en-US" dirty="0" smtClean="0"/>
              <a:t>‘a’ or any ‘b</a:t>
            </a:r>
            <a:r>
              <a:rPr lang="en-US" dirty="0"/>
              <a:t>’ </a:t>
            </a:r>
            <a:r>
              <a:rPr lang="en-US" dirty="0" smtClean="0"/>
              <a:t>letters</a:t>
            </a:r>
          </a:p>
          <a:p>
            <a:r>
              <a:rPr lang="en-US" b="1" dirty="0" smtClean="0"/>
              <a:t>L</a:t>
            </a:r>
            <a:r>
              <a:rPr lang="en-US" b="1" baseline="-25000" dirty="0" smtClean="0"/>
              <a:t>11</a:t>
            </a:r>
            <a:r>
              <a:rPr lang="en-US" dirty="0" smtClean="0"/>
              <a:t> </a:t>
            </a:r>
            <a:r>
              <a:rPr lang="en-US" dirty="0"/>
              <a:t>= {</a:t>
            </a:r>
            <a:r>
              <a:rPr lang="en-US" dirty="0" err="1" smtClean="0"/>
              <a:t>aa,aaa,aba,aaaa,abba,aaaaa,abbba,aaaaaa,abbbba</a:t>
            </a:r>
            <a:r>
              <a:rPr lang="en-US" dirty="0" smtClean="0"/>
              <a:t>,…..}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     	R.E </a:t>
            </a:r>
            <a:r>
              <a:rPr lang="en-US" dirty="0"/>
              <a:t>= </a:t>
            </a:r>
            <a:r>
              <a:rPr lang="en-US" dirty="0" smtClean="0"/>
              <a:t>a(a </a:t>
            </a:r>
            <a:r>
              <a:rPr lang="en-US" dirty="0"/>
              <a:t>+ b</a:t>
            </a:r>
            <a:r>
              <a:rPr lang="en-US" dirty="0" smtClean="0"/>
              <a:t>)*a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590350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288FFBD07865B428CF8B6E8FC227FE0" ma:contentTypeVersion="2" ma:contentTypeDescription="Create a new document." ma:contentTypeScope="" ma:versionID="d9c169848c4fca8cefbca414d4ac936f">
  <xsd:schema xmlns:xsd="http://www.w3.org/2001/XMLSchema" xmlns:xs="http://www.w3.org/2001/XMLSchema" xmlns:p="http://schemas.microsoft.com/office/2006/metadata/properties" xmlns:ns2="4b4ae785-5b40-41aa-9be8-e2dc4809edeb" targetNamespace="http://schemas.microsoft.com/office/2006/metadata/properties" ma:root="true" ma:fieldsID="03423c41b0bf4d78c76be07955757213" ns2:_="">
    <xsd:import namespace="4b4ae785-5b40-41aa-9be8-e2dc4809ede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4ae785-5b40-41aa-9be8-e2dc4809ede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EDEA9DF-F493-4151-A5B9-4F9E367A0B06}"/>
</file>

<file path=customXml/itemProps2.xml><?xml version="1.0" encoding="utf-8"?>
<ds:datastoreItem xmlns:ds="http://schemas.openxmlformats.org/officeDocument/2006/customXml" ds:itemID="{E5DA27D9-07B7-4ED3-BD3A-6749F6BBD42F}"/>
</file>

<file path=customXml/itemProps3.xml><?xml version="1.0" encoding="utf-8"?>
<ds:datastoreItem xmlns:ds="http://schemas.openxmlformats.org/officeDocument/2006/customXml" ds:itemID="{A2006394-EE7D-4E3D-A2FF-9886C7926DB1}"/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878</TotalTime>
  <Words>48</Words>
  <Application>Microsoft Office PowerPoint</Application>
  <PresentationFormat>Widescreen</PresentationFormat>
  <Paragraphs>61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Trebuchet MS</vt:lpstr>
      <vt:lpstr>Wingdings 3</vt:lpstr>
      <vt:lpstr>Facet</vt:lpstr>
      <vt:lpstr>Lecture#5 &amp; 6</vt:lpstr>
      <vt:lpstr>CHAPTER 4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44</cp:revision>
  <dcterms:created xsi:type="dcterms:W3CDTF">2020-08-03T20:21:03Z</dcterms:created>
  <dcterms:modified xsi:type="dcterms:W3CDTF">2020-08-11T12:35:04Z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0x0101009288FFBD07865B428CF8B6E8FC227FE0</vt:lpwstr>
  </property>
</Properties>
</file>