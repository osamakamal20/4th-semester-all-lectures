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Lecture #7 &amp;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937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0"/>
            <a:ext cx="9285532" cy="67146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the words that have at least one ‘a’.</a:t>
            </a:r>
          </a:p>
          <a:p>
            <a:pPr marL="0" indent="0" algn="ctr">
              <a:buNone/>
            </a:pPr>
            <a:r>
              <a:rPr lang="en-US" dirty="0"/>
              <a:t>R.E = (a + b)* a (a + b)* </a:t>
            </a:r>
            <a:r>
              <a:rPr lang="en-US" dirty="0" smtClean="0"/>
              <a:t>                 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pPr marL="0" indent="0" algn="ctr">
              <a:buNone/>
            </a:pPr>
            <a:r>
              <a:rPr lang="en-US" dirty="0"/>
              <a:t>b* a (a + b</a:t>
            </a:r>
            <a:r>
              <a:rPr lang="en-US" dirty="0" smtClean="0"/>
              <a:t>)*       </a:t>
            </a:r>
            <a:endParaRPr lang="en-US" dirty="0"/>
          </a:p>
          <a:p>
            <a:pPr marL="0" indent="0" algn="r">
              <a:buNone/>
            </a:pPr>
            <a:r>
              <a:rPr lang="en-US" b="1" dirty="0" err="1"/>
              <a:t>i.e</a:t>
            </a:r>
            <a:r>
              <a:rPr lang="en-US" b="1" dirty="0"/>
              <a:t>: </a:t>
            </a:r>
            <a:r>
              <a:rPr lang="en-US" b="1" i="1" dirty="0"/>
              <a:t>(Some Beginning)(Important a)(Some Ending)</a:t>
            </a:r>
          </a:p>
          <a:p>
            <a:pPr marL="0" indent="0">
              <a:buNone/>
            </a:pPr>
            <a:endParaRPr lang="en-US" b="1" i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the words that have at least two ‘a’.</a:t>
            </a:r>
          </a:p>
          <a:p>
            <a:pPr marL="0" indent="0" algn="ctr">
              <a:buNone/>
            </a:pPr>
            <a:r>
              <a:rPr lang="en-US" dirty="0"/>
              <a:t>R</a:t>
            </a:r>
            <a:r>
              <a:rPr lang="en-US" b="1" dirty="0"/>
              <a:t>.E = (a + b)* a (a + b)* a (a + b)* </a:t>
            </a:r>
            <a:r>
              <a:rPr lang="en-US" b="1" dirty="0" smtClean="0"/>
              <a:t>    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or </a:t>
            </a:r>
          </a:p>
          <a:p>
            <a:pPr marL="0" indent="0" algn="ctr">
              <a:buNone/>
            </a:pPr>
            <a:r>
              <a:rPr lang="en-US" b="1" dirty="0"/>
              <a:t>b* a (a + b)* a (a + b)* </a:t>
            </a:r>
            <a:r>
              <a:rPr lang="en-US" b="1" dirty="0" smtClean="0"/>
              <a:t>    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or </a:t>
            </a:r>
          </a:p>
          <a:p>
            <a:pPr marL="0" indent="0" algn="ctr">
              <a:buNone/>
            </a:pPr>
            <a:r>
              <a:rPr lang="en-US" b="1" dirty="0"/>
              <a:t>b* a b* a (a + b)*</a:t>
            </a:r>
          </a:p>
          <a:p>
            <a:pPr marL="0" indent="0" algn="r">
              <a:buNone/>
            </a:pPr>
            <a:r>
              <a:rPr lang="en-US" b="1" dirty="0" err="1"/>
              <a:t>i.e</a:t>
            </a:r>
            <a:r>
              <a:rPr lang="en-US" b="1" dirty="0"/>
              <a:t>: </a:t>
            </a:r>
            <a:r>
              <a:rPr lang="en-US" b="1" i="1" dirty="0"/>
              <a:t>(Some Beginning)(First important a)(Middle Value)(Second Important a)(Some Ending</a:t>
            </a:r>
            <a:r>
              <a:rPr lang="en-US" b="1" i="1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58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"/>
            <a:ext cx="8596668" cy="60413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Write </a:t>
            </a:r>
            <a:r>
              <a:rPr lang="en-US" dirty="0"/>
              <a:t>the R.E for the language ‘L’ of all  words that have exactly one ‘a’.</a:t>
            </a:r>
          </a:p>
          <a:p>
            <a:pPr marL="0" indent="0" algn="ctr">
              <a:buNone/>
            </a:pPr>
            <a:r>
              <a:rPr lang="en-US" dirty="0"/>
              <a:t>R</a:t>
            </a:r>
            <a:r>
              <a:rPr lang="en-US" b="1" dirty="0"/>
              <a:t>.E = </a:t>
            </a:r>
            <a:r>
              <a:rPr lang="en-US" b="1" dirty="0" smtClean="0"/>
              <a:t>b*a b*         </a:t>
            </a:r>
          </a:p>
          <a:p>
            <a:pPr marL="0" indent="0" algn="ctr">
              <a:buNone/>
            </a:pPr>
            <a:r>
              <a:rPr lang="en-US" b="1" dirty="0" smtClean="0"/>
              <a:t> </a:t>
            </a:r>
            <a:endParaRPr lang="en-US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 words that have exactly one ‘b’.</a:t>
            </a:r>
          </a:p>
          <a:p>
            <a:pPr marL="0" indent="0" algn="ctr">
              <a:buNone/>
            </a:pPr>
            <a:r>
              <a:rPr lang="en-US" dirty="0" smtClean="0"/>
              <a:t>R</a:t>
            </a:r>
            <a:r>
              <a:rPr lang="en-US" b="1" dirty="0" smtClean="0"/>
              <a:t>.E </a:t>
            </a:r>
            <a:r>
              <a:rPr lang="en-US" b="1" dirty="0"/>
              <a:t>= </a:t>
            </a:r>
            <a:r>
              <a:rPr lang="en-US" b="1" dirty="0" smtClean="0"/>
              <a:t>a*b a*</a:t>
            </a:r>
          </a:p>
          <a:p>
            <a:pPr marL="0" indent="0" algn="ctr">
              <a:buNone/>
            </a:pPr>
            <a:r>
              <a:rPr lang="en-US" b="1" dirty="0" smtClean="0"/>
              <a:t> </a:t>
            </a:r>
            <a:endParaRPr lang="en-US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 words that have exactly two ‘a’.</a:t>
            </a:r>
          </a:p>
          <a:p>
            <a:pPr marL="0" indent="0" algn="ctr">
              <a:buNone/>
            </a:pPr>
            <a:r>
              <a:rPr lang="en-US" dirty="0"/>
              <a:t>R.E = b* a b* a b*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 words that have exactly two ‘b’</a:t>
            </a:r>
          </a:p>
          <a:p>
            <a:pPr marL="0" indent="0" algn="ctr">
              <a:buNone/>
            </a:pPr>
            <a:r>
              <a:rPr lang="en-US" dirty="0"/>
              <a:t>R.E = </a:t>
            </a:r>
            <a:r>
              <a:rPr lang="en-US" dirty="0" smtClean="0"/>
              <a:t>a*b a*b a</a:t>
            </a:r>
            <a:r>
              <a:rPr lang="en-US" dirty="0"/>
              <a:t>* </a:t>
            </a:r>
          </a:p>
        </p:txBody>
      </p:sp>
    </p:spTree>
    <p:extLst>
      <p:ext uri="{BB962C8B-B14F-4D97-AF65-F5344CB8AC3E}">
        <p14:creationId xmlns:p14="http://schemas.microsoft.com/office/powerpoint/2010/main" val="424474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576" y="154546"/>
            <a:ext cx="8596668" cy="67034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 words that begins with a.</a:t>
            </a:r>
          </a:p>
          <a:p>
            <a:pPr marL="0" indent="0" algn="ctr">
              <a:buNone/>
            </a:pPr>
            <a:r>
              <a:rPr lang="en-US" dirty="0"/>
              <a:t>R.E = a (a + b)*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Write the R.E for the language ‘L’ of all words that have at least one ‘a’ and at least one ‘b’.</a:t>
            </a:r>
          </a:p>
          <a:p>
            <a:pPr marL="0" indent="0" algn="ctr">
              <a:buNone/>
            </a:pPr>
            <a:r>
              <a:rPr lang="en-US" dirty="0"/>
              <a:t>R.E = (a + b)* a (a + b)* b (a + b)* + (a + b)* b (a + b)* a (a + b</a:t>
            </a:r>
            <a:r>
              <a:rPr lang="en-US" dirty="0" smtClean="0"/>
              <a:t>)*</a:t>
            </a:r>
          </a:p>
          <a:p>
            <a:pPr marL="0" indent="0" algn="ctr">
              <a:buNone/>
            </a:pPr>
            <a:r>
              <a:rPr lang="en-US" dirty="0" smtClean="0"/>
              <a:t>Or</a:t>
            </a:r>
          </a:p>
          <a:p>
            <a:pPr marL="0" indent="0" algn="ctr">
              <a:buNone/>
            </a:pPr>
            <a:r>
              <a:rPr lang="en-US" dirty="0"/>
              <a:t>b*a(a + b)*b(</a:t>
            </a:r>
            <a:r>
              <a:rPr lang="en-US" dirty="0" err="1"/>
              <a:t>a+b</a:t>
            </a:r>
            <a:r>
              <a:rPr lang="en-US" dirty="0"/>
              <a:t>)*+a*b(</a:t>
            </a:r>
            <a:r>
              <a:rPr lang="en-US" dirty="0" err="1"/>
              <a:t>a+b</a:t>
            </a:r>
            <a:r>
              <a:rPr lang="en-US" dirty="0"/>
              <a:t>)*a(</a:t>
            </a:r>
            <a:r>
              <a:rPr lang="en-US" dirty="0" err="1"/>
              <a:t>a+b</a:t>
            </a:r>
            <a:r>
              <a:rPr lang="en-US" dirty="0"/>
              <a:t>)*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or 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b* </a:t>
            </a:r>
            <a:r>
              <a:rPr lang="en-US" dirty="0" err="1"/>
              <a:t>ab</a:t>
            </a:r>
            <a:r>
              <a:rPr lang="en-US" dirty="0"/>
              <a:t>*b(a + b)*+a* </a:t>
            </a:r>
            <a:r>
              <a:rPr lang="en-US" dirty="0" err="1"/>
              <a:t>ba</a:t>
            </a:r>
            <a:r>
              <a:rPr lang="en-US" dirty="0"/>
              <a:t>*a(a + b)*  </a:t>
            </a:r>
          </a:p>
        </p:txBody>
      </p:sp>
    </p:spTree>
    <p:extLst>
      <p:ext uri="{BB962C8B-B14F-4D97-AF65-F5344CB8AC3E}">
        <p14:creationId xmlns:p14="http://schemas.microsoft.com/office/powerpoint/2010/main" val="349258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668"/>
            <a:ext cx="8596668" cy="64651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</a:t>
            </a:r>
            <a:r>
              <a:rPr lang="en-US" dirty="0" smtClean="0"/>
              <a:t>‘L’ of all </a:t>
            </a:r>
            <a:r>
              <a:rPr lang="en-US" dirty="0"/>
              <a:t>the strings in which the total number of a’s are divided by 3 such as: </a:t>
            </a:r>
            <a:r>
              <a:rPr lang="en-US" dirty="0" err="1"/>
              <a:t>abbabaababa</a:t>
            </a:r>
            <a:r>
              <a:rPr lang="en-US" dirty="0" smtClean="0"/>
              <a:t>.</a:t>
            </a:r>
          </a:p>
          <a:p>
            <a:pPr marL="0" indent="0" algn="ctr">
              <a:buNone/>
            </a:pPr>
            <a:r>
              <a:rPr lang="en-US" dirty="0" smtClean="0"/>
              <a:t>Or</a:t>
            </a:r>
          </a:p>
          <a:p>
            <a:pPr marL="0" indent="0">
              <a:buNone/>
            </a:pPr>
            <a:r>
              <a:rPr lang="en-US" dirty="0" smtClean="0"/>
              <a:t>	Write </a:t>
            </a:r>
            <a:r>
              <a:rPr lang="en-US" dirty="0"/>
              <a:t>the R.E for the language ‘L’ of all the strings in </a:t>
            </a:r>
            <a:r>
              <a:rPr lang="en-US" dirty="0" smtClean="0"/>
              <a:t>which a’s appear 		tripled.</a:t>
            </a:r>
          </a:p>
          <a:p>
            <a:pPr marL="0" indent="0" algn="ctr">
              <a:buNone/>
            </a:pPr>
            <a:r>
              <a:rPr lang="en-US" dirty="0" smtClean="0"/>
              <a:t>Or</a:t>
            </a:r>
          </a:p>
          <a:p>
            <a:pPr marL="0" indent="0">
              <a:buNone/>
            </a:pPr>
            <a:r>
              <a:rPr lang="en-US" dirty="0" smtClean="0"/>
              <a:t>	Write </a:t>
            </a:r>
            <a:r>
              <a:rPr lang="en-US" dirty="0"/>
              <a:t>the R.E for the language ‘L’ of all the strings in </a:t>
            </a:r>
            <a:r>
              <a:rPr lang="en-US" dirty="0" smtClean="0"/>
              <a:t>which </a:t>
            </a:r>
            <a:r>
              <a:rPr lang="en-US" dirty="0"/>
              <a:t>a’s </a:t>
            </a:r>
            <a:r>
              <a:rPr lang="en-US" dirty="0" smtClean="0"/>
              <a:t>appear 	tripled, if at all this means that every clump of a’s contains 3 or 6 or 9 or 	12…… 	a’s.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R.E = [b* a b* a b* a b</a:t>
            </a:r>
            <a:r>
              <a:rPr lang="en-US" dirty="0" smtClean="0"/>
              <a:t>*]^+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 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that have even number of </a:t>
            </a:r>
            <a:r>
              <a:rPr lang="en-US" dirty="0" smtClean="0"/>
              <a:t>a’s.</a:t>
            </a:r>
          </a:p>
          <a:p>
            <a:pPr marL="0" indent="0" algn="ctr">
              <a:buNone/>
            </a:pPr>
            <a:r>
              <a:rPr lang="en-US" dirty="0" smtClean="0"/>
              <a:t>R.E </a:t>
            </a:r>
            <a:r>
              <a:rPr lang="en-US" dirty="0"/>
              <a:t>= </a:t>
            </a:r>
            <a:r>
              <a:rPr lang="en-US" dirty="0" smtClean="0"/>
              <a:t>(b</a:t>
            </a:r>
            <a:r>
              <a:rPr lang="en-US" dirty="0"/>
              <a:t>* a b* a </a:t>
            </a:r>
            <a:r>
              <a:rPr lang="en-US" dirty="0" smtClean="0"/>
              <a:t>b*)*</a:t>
            </a:r>
          </a:p>
          <a:p>
            <a:pPr marL="0" indent="0" algn="ctr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that have even number of </a:t>
            </a:r>
            <a:r>
              <a:rPr lang="en-US" dirty="0" smtClean="0"/>
              <a:t>b’s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r>
              <a:rPr lang="en-US" dirty="0"/>
              <a:t>R.E = (</a:t>
            </a:r>
            <a:r>
              <a:rPr lang="en-US" dirty="0" smtClean="0"/>
              <a:t>a* b a* b a*)*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98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668"/>
            <a:ext cx="8596668" cy="63879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that have even number of a’s and an even number of b’s.</a:t>
            </a:r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	Write the R.E for the language ‘L’ of all words that have even length</a:t>
            </a:r>
          </a:p>
          <a:p>
            <a:pPr marL="0" indent="0" algn="ctr">
              <a:buNone/>
            </a:pPr>
            <a:r>
              <a:rPr lang="en-US" dirty="0"/>
              <a:t>R.E = [</a:t>
            </a:r>
            <a:r>
              <a:rPr lang="en-US" dirty="0" err="1"/>
              <a:t>aa</a:t>
            </a:r>
            <a:r>
              <a:rPr lang="en-US" dirty="0"/>
              <a:t> + bb + (</a:t>
            </a:r>
            <a:r>
              <a:rPr lang="en-US" dirty="0" err="1"/>
              <a:t>ab</a:t>
            </a:r>
            <a:r>
              <a:rPr lang="en-US" dirty="0"/>
              <a:t> + </a:t>
            </a:r>
            <a:r>
              <a:rPr lang="en-US" dirty="0" err="1"/>
              <a:t>ba</a:t>
            </a:r>
            <a:r>
              <a:rPr lang="en-US" dirty="0"/>
              <a:t>)(</a:t>
            </a:r>
            <a:r>
              <a:rPr lang="en-US" dirty="0" err="1"/>
              <a:t>aa</a:t>
            </a:r>
            <a:r>
              <a:rPr lang="en-US" dirty="0"/>
              <a:t> + bb)*(</a:t>
            </a:r>
            <a:r>
              <a:rPr lang="en-US" dirty="0" err="1"/>
              <a:t>ab</a:t>
            </a:r>
            <a:r>
              <a:rPr lang="en-US" dirty="0"/>
              <a:t> + </a:t>
            </a:r>
            <a:r>
              <a:rPr lang="en-US" dirty="0" err="1"/>
              <a:t>ba</a:t>
            </a:r>
            <a:r>
              <a:rPr lang="en-US" dirty="0" smtClean="0"/>
              <a:t>)]*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  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with odd number of a’s.</a:t>
            </a:r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	All String in which any ‘a’ that occur are found in clumps of an odd numbers.</a:t>
            </a:r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	Write the R.E for the language ‘L’ of all words with even number of b’s and 	odd 	number of a’s.</a:t>
            </a:r>
          </a:p>
          <a:p>
            <a:pPr marL="0" indent="0" algn="ctr">
              <a:buNone/>
            </a:pPr>
            <a:r>
              <a:rPr lang="en-US" dirty="0"/>
              <a:t>R.E = b* a b* (a b* a b</a:t>
            </a:r>
            <a:r>
              <a:rPr lang="en-US" dirty="0" smtClean="0"/>
              <a:t>*)*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820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309093"/>
            <a:ext cx="8596668" cy="609170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with odd number of b’s.</a:t>
            </a:r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	All String in which any ‘b’ that occur are found in clumps of an odd numbers.</a:t>
            </a:r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	Write the R.E for the language ‘L’ of all words with even number of a’s and 	odd 	number of b’s.</a:t>
            </a:r>
          </a:p>
          <a:p>
            <a:pPr marL="0" indent="0" algn="ctr">
              <a:buNone/>
            </a:pPr>
            <a:r>
              <a:rPr lang="en-US" dirty="0"/>
              <a:t>R.E = a* b a* (b a* b a*)*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Write </a:t>
            </a:r>
            <a:r>
              <a:rPr lang="en-US" dirty="0"/>
              <a:t>the R.E for the language ‘L’ of all words that contains an odd number of letters.</a:t>
            </a:r>
          </a:p>
          <a:p>
            <a:pPr marL="0" indent="0" algn="ctr">
              <a:buNone/>
            </a:pPr>
            <a:r>
              <a:rPr lang="en-US" dirty="0"/>
              <a:t>R.E = (a + b) [(a + b) (a + b)]* </a:t>
            </a:r>
            <a:r>
              <a:rPr lang="en-US" dirty="0" smtClean="0"/>
              <a:t> 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pPr marL="0" indent="0" algn="ctr">
              <a:buNone/>
            </a:pPr>
            <a:r>
              <a:rPr lang="en-US" dirty="0"/>
              <a:t>R.E= (a + b) (</a:t>
            </a:r>
            <a:r>
              <a:rPr lang="en-US" dirty="0" err="1"/>
              <a:t>aa</a:t>
            </a:r>
            <a:r>
              <a:rPr lang="en-US" dirty="0"/>
              <a:t> + </a:t>
            </a:r>
            <a:r>
              <a:rPr lang="en-US" dirty="0" err="1"/>
              <a:t>ab</a:t>
            </a:r>
            <a:r>
              <a:rPr lang="en-US" dirty="0"/>
              <a:t> + </a:t>
            </a:r>
            <a:r>
              <a:rPr lang="en-US" dirty="0" err="1"/>
              <a:t>ba</a:t>
            </a:r>
            <a:r>
              <a:rPr lang="en-US" dirty="0"/>
              <a:t> + bb)*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83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183"/>
            <a:ext cx="8596668" cy="584818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Write </a:t>
            </a:r>
            <a:r>
              <a:rPr lang="en-US" dirty="0"/>
              <a:t>the R.E for the language ‘L’ of all words </a:t>
            </a:r>
            <a:r>
              <a:rPr lang="en-US" dirty="0" smtClean="0"/>
              <a:t>that contains at least one double </a:t>
            </a:r>
            <a:r>
              <a:rPr lang="en-US" dirty="0"/>
              <a:t>letter.</a:t>
            </a:r>
          </a:p>
          <a:p>
            <a:pPr marL="0" indent="0" algn="ctr">
              <a:buNone/>
            </a:pPr>
            <a:r>
              <a:rPr lang="en-US" dirty="0" smtClean="0"/>
              <a:t>R.E= (</a:t>
            </a:r>
            <a:r>
              <a:rPr lang="en-US" dirty="0" err="1" smtClean="0"/>
              <a:t>a+b</a:t>
            </a:r>
            <a:r>
              <a:rPr lang="en-US" dirty="0" smtClean="0"/>
              <a:t>)*(</a:t>
            </a:r>
            <a:r>
              <a:rPr lang="en-US" dirty="0" err="1" smtClean="0"/>
              <a:t>aa+bb</a:t>
            </a:r>
            <a:r>
              <a:rPr lang="en-US" dirty="0" smtClean="0"/>
              <a:t>)(</a:t>
            </a:r>
            <a:r>
              <a:rPr lang="en-US" dirty="0" err="1" smtClean="0"/>
              <a:t>a+b</a:t>
            </a:r>
            <a:r>
              <a:rPr lang="en-US" dirty="0" smtClean="0"/>
              <a:t>)*  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that </a:t>
            </a:r>
            <a:r>
              <a:rPr lang="en-US" dirty="0" smtClean="0"/>
              <a:t>start with a double </a:t>
            </a:r>
            <a:r>
              <a:rPr lang="en-US" dirty="0"/>
              <a:t>letter.</a:t>
            </a:r>
          </a:p>
          <a:p>
            <a:pPr marL="0" indent="0" algn="ctr">
              <a:buNone/>
            </a:pPr>
            <a:r>
              <a:rPr lang="en-US" dirty="0"/>
              <a:t>R.E= </a:t>
            </a:r>
            <a:r>
              <a:rPr lang="en-US" dirty="0" smtClean="0"/>
              <a:t>(</a:t>
            </a:r>
            <a:r>
              <a:rPr lang="en-US" dirty="0" err="1" smtClean="0"/>
              <a:t>aa+bb</a:t>
            </a:r>
            <a:r>
              <a:rPr lang="en-US" dirty="0"/>
              <a:t>)(</a:t>
            </a:r>
            <a:r>
              <a:rPr lang="en-US" dirty="0" err="1"/>
              <a:t>a+b</a:t>
            </a:r>
            <a:r>
              <a:rPr lang="en-US" dirty="0" smtClean="0"/>
              <a:t>)*  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that </a:t>
            </a:r>
            <a:r>
              <a:rPr lang="en-US" dirty="0" smtClean="0"/>
              <a:t>end in a double </a:t>
            </a:r>
            <a:r>
              <a:rPr lang="en-US" dirty="0"/>
              <a:t>letter.</a:t>
            </a:r>
          </a:p>
          <a:p>
            <a:pPr marL="0" indent="0" algn="ctr">
              <a:buNone/>
            </a:pPr>
            <a:r>
              <a:rPr lang="en-US" dirty="0"/>
              <a:t>R.E= (</a:t>
            </a:r>
            <a:r>
              <a:rPr lang="en-US" dirty="0" err="1"/>
              <a:t>a+b</a:t>
            </a:r>
            <a:r>
              <a:rPr lang="en-US" dirty="0"/>
              <a:t>)*(</a:t>
            </a:r>
            <a:r>
              <a:rPr lang="en-US" dirty="0" err="1"/>
              <a:t>aa+bb</a:t>
            </a:r>
            <a:r>
              <a:rPr lang="en-US" dirty="0" smtClean="0"/>
              <a:t>)         </a:t>
            </a:r>
          </a:p>
          <a:p>
            <a:pPr marL="0" indent="0" algn="ctr">
              <a:buNone/>
            </a:pPr>
            <a:r>
              <a:rPr lang="en-US" dirty="0" smtClean="0"/>
              <a:t>Or</a:t>
            </a:r>
          </a:p>
          <a:p>
            <a:pPr marL="0" indent="0" algn="ctr">
              <a:buNone/>
            </a:pPr>
            <a:r>
              <a:rPr lang="en-US" dirty="0" smtClean="0"/>
              <a:t>R.E= (</a:t>
            </a:r>
            <a:r>
              <a:rPr lang="en-US" dirty="0" err="1" smtClean="0"/>
              <a:t>a+b</a:t>
            </a:r>
            <a:r>
              <a:rPr lang="en-US" dirty="0" smtClean="0"/>
              <a:t>)*</a:t>
            </a:r>
            <a:r>
              <a:rPr lang="en-US" dirty="0" err="1" smtClean="0"/>
              <a:t>aa</a:t>
            </a:r>
            <a:r>
              <a:rPr lang="en-US" dirty="0" smtClean="0"/>
              <a:t>+(</a:t>
            </a:r>
            <a:r>
              <a:rPr lang="en-US" dirty="0" err="1" smtClean="0"/>
              <a:t>a+b</a:t>
            </a:r>
            <a:r>
              <a:rPr lang="en-US" dirty="0" smtClean="0"/>
              <a:t>)*bb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that </a:t>
            </a:r>
            <a:r>
              <a:rPr lang="en-US" dirty="0" smtClean="0"/>
              <a:t>don’t end in a double </a:t>
            </a:r>
            <a:r>
              <a:rPr lang="en-US" dirty="0"/>
              <a:t>letter.</a:t>
            </a:r>
          </a:p>
          <a:p>
            <a:pPr marL="0" indent="0" algn="ctr">
              <a:buNone/>
            </a:pPr>
            <a:r>
              <a:rPr lang="en-US" dirty="0"/>
              <a:t>R.E= (</a:t>
            </a:r>
            <a:r>
              <a:rPr lang="en-US" dirty="0" err="1"/>
              <a:t>a+b</a:t>
            </a:r>
            <a:r>
              <a:rPr lang="en-US" dirty="0"/>
              <a:t>)*(</a:t>
            </a:r>
            <a:r>
              <a:rPr lang="en-US" dirty="0" err="1" smtClean="0"/>
              <a:t>ab+ba</a:t>
            </a:r>
            <a:r>
              <a:rPr lang="en-US" dirty="0" smtClean="0"/>
              <a:t>)+a+b+1  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228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0"/>
            <a:ext cx="8596668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that </a:t>
            </a:r>
            <a:r>
              <a:rPr lang="en-US" dirty="0" smtClean="0"/>
              <a:t>don’t contains double </a:t>
            </a:r>
            <a:r>
              <a:rPr lang="en-US" dirty="0"/>
              <a:t>letter.</a:t>
            </a:r>
          </a:p>
          <a:p>
            <a:pPr marL="0" indent="0" algn="ctr">
              <a:buNone/>
            </a:pPr>
            <a:r>
              <a:rPr lang="en-US" dirty="0"/>
              <a:t>R.E= </a:t>
            </a:r>
            <a:r>
              <a:rPr lang="en-US" dirty="0" smtClean="0"/>
              <a:t>(1 + a)(</a:t>
            </a:r>
            <a:r>
              <a:rPr lang="en-US" dirty="0" err="1" smtClean="0"/>
              <a:t>ba</a:t>
            </a:r>
            <a:r>
              <a:rPr lang="en-US" dirty="0" smtClean="0"/>
              <a:t>)*(1 + b)        </a:t>
            </a:r>
          </a:p>
          <a:p>
            <a:pPr marL="0" indent="0" algn="ctr">
              <a:buNone/>
            </a:pPr>
            <a:r>
              <a:rPr lang="en-US" dirty="0" smtClean="0"/>
              <a:t>Or</a:t>
            </a:r>
          </a:p>
          <a:p>
            <a:pPr marL="0" indent="0" algn="ctr">
              <a:buNone/>
            </a:pPr>
            <a:r>
              <a:rPr lang="en-US" dirty="0" smtClean="0"/>
              <a:t>R.E= (1 </a:t>
            </a:r>
            <a:r>
              <a:rPr lang="en-US" dirty="0"/>
              <a:t>+ b</a:t>
            </a:r>
            <a:r>
              <a:rPr lang="en-US" dirty="0" smtClean="0"/>
              <a:t>)(</a:t>
            </a:r>
            <a:r>
              <a:rPr lang="en-US" dirty="0" err="1" smtClean="0"/>
              <a:t>ab</a:t>
            </a:r>
            <a:r>
              <a:rPr lang="en-US" dirty="0" smtClean="0"/>
              <a:t>)*(</a:t>
            </a:r>
            <a:r>
              <a:rPr lang="en-US" dirty="0"/>
              <a:t>1 + a</a:t>
            </a:r>
            <a:r>
              <a:rPr lang="en-US" dirty="0" smtClean="0"/>
              <a:t>)   </a:t>
            </a:r>
          </a:p>
          <a:p>
            <a:pPr marL="0" indent="0" algn="ctr">
              <a:buNone/>
            </a:pPr>
            <a:r>
              <a:rPr lang="en-US" dirty="0" smtClean="0"/>
              <a:t>Or</a:t>
            </a:r>
          </a:p>
          <a:p>
            <a:pPr marL="0" indent="0" algn="ctr">
              <a:buNone/>
            </a:pPr>
            <a:r>
              <a:rPr lang="en-US" dirty="0" smtClean="0"/>
              <a:t>R.E= (</a:t>
            </a:r>
            <a:r>
              <a:rPr lang="en-US" dirty="0" err="1" smtClean="0"/>
              <a:t>ab</a:t>
            </a:r>
            <a:r>
              <a:rPr lang="en-US" dirty="0"/>
              <a:t>)*(1 + a) + (</a:t>
            </a:r>
            <a:r>
              <a:rPr lang="en-US" dirty="0" err="1"/>
              <a:t>ba</a:t>
            </a:r>
            <a:r>
              <a:rPr lang="en-US" dirty="0"/>
              <a:t>)*(1 + b)</a:t>
            </a:r>
          </a:p>
          <a:p>
            <a:pPr marL="0" indent="0" algn="ctr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Write </a:t>
            </a:r>
            <a:r>
              <a:rPr lang="en-US" dirty="0"/>
              <a:t>the R.E for the language ‘L’ of all words without double ‘a’.</a:t>
            </a:r>
          </a:p>
          <a:p>
            <a:pPr marL="0" indent="0" algn="ctr">
              <a:buNone/>
            </a:pPr>
            <a:r>
              <a:rPr lang="en-US" dirty="0" smtClean="0"/>
              <a:t> R.E </a:t>
            </a:r>
            <a:r>
              <a:rPr lang="en-US" dirty="0"/>
              <a:t>= b* (</a:t>
            </a:r>
            <a:r>
              <a:rPr lang="en-US" dirty="0" err="1" smtClean="0"/>
              <a:t>ab</a:t>
            </a:r>
            <a:r>
              <a:rPr lang="en-US" dirty="0" smtClean="0"/>
              <a:t> b</a:t>
            </a:r>
            <a:r>
              <a:rPr lang="en-US" dirty="0"/>
              <a:t>*)*(1 + a</a:t>
            </a:r>
            <a:r>
              <a:rPr lang="en-US" dirty="0" smtClean="0"/>
              <a:t>)   </a:t>
            </a:r>
          </a:p>
          <a:p>
            <a:pPr marL="0" indent="0" algn="ctr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without double </a:t>
            </a:r>
            <a:r>
              <a:rPr lang="en-US" dirty="0" smtClean="0"/>
              <a:t>‘b’.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R.E = </a:t>
            </a:r>
            <a:r>
              <a:rPr lang="en-US" dirty="0" smtClean="0"/>
              <a:t>a* (</a:t>
            </a:r>
            <a:r>
              <a:rPr lang="en-US" dirty="0" err="1" smtClean="0"/>
              <a:t>ba</a:t>
            </a:r>
            <a:r>
              <a:rPr lang="en-US" dirty="0" smtClean="0"/>
              <a:t> a*)*(</a:t>
            </a:r>
            <a:r>
              <a:rPr lang="en-US" dirty="0"/>
              <a:t>1 + </a:t>
            </a:r>
            <a:r>
              <a:rPr lang="en-US" dirty="0" smtClean="0"/>
              <a:t>b)  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47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8789"/>
            <a:ext cx="8596668" cy="591257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Write </a:t>
            </a:r>
            <a:r>
              <a:rPr lang="en-US" dirty="0"/>
              <a:t>the R.E for the language ‘L’ of all words that </a:t>
            </a:r>
            <a:r>
              <a:rPr lang="en-US" dirty="0" smtClean="0"/>
              <a:t>contains the substring ‘</a:t>
            </a:r>
            <a:r>
              <a:rPr lang="en-US" dirty="0" err="1" smtClean="0"/>
              <a:t>ba</a:t>
            </a:r>
            <a:r>
              <a:rPr lang="en-US" dirty="0" smtClean="0"/>
              <a:t>’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R.E= </a:t>
            </a:r>
            <a:r>
              <a:rPr lang="en-US" dirty="0" smtClean="0"/>
              <a:t>(</a:t>
            </a:r>
            <a:r>
              <a:rPr lang="en-US" dirty="0" err="1" smtClean="0"/>
              <a:t>a+b</a:t>
            </a:r>
            <a:r>
              <a:rPr lang="en-US" dirty="0" smtClean="0"/>
              <a:t>)* </a:t>
            </a:r>
            <a:r>
              <a:rPr lang="en-US" dirty="0" err="1" smtClean="0"/>
              <a:t>ba</a:t>
            </a:r>
            <a:r>
              <a:rPr lang="en-US" dirty="0" smtClean="0"/>
              <a:t> (</a:t>
            </a:r>
            <a:r>
              <a:rPr lang="en-US" dirty="0" err="1" smtClean="0"/>
              <a:t>a+b</a:t>
            </a:r>
            <a:r>
              <a:rPr lang="en-US" dirty="0" smtClean="0"/>
              <a:t>)*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</a:t>
            </a:r>
            <a:r>
              <a:rPr lang="en-US" dirty="0" smtClean="0"/>
              <a:t>that don’t contains </a:t>
            </a:r>
            <a:r>
              <a:rPr lang="en-US" dirty="0"/>
              <a:t>the substring ‘</a:t>
            </a:r>
            <a:r>
              <a:rPr lang="en-US" dirty="0" err="1"/>
              <a:t>ba</a:t>
            </a:r>
            <a:r>
              <a:rPr lang="en-US" dirty="0"/>
              <a:t>’</a:t>
            </a:r>
          </a:p>
          <a:p>
            <a:pPr marL="0" indent="0" algn="ctr">
              <a:buNone/>
            </a:pPr>
            <a:r>
              <a:rPr lang="en-US" dirty="0"/>
              <a:t>R.E= </a:t>
            </a:r>
            <a:r>
              <a:rPr lang="en-US" dirty="0" smtClean="0"/>
              <a:t>a* b*   </a:t>
            </a:r>
          </a:p>
          <a:p>
            <a:pPr marL="0" indent="0" algn="ctr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Write the R.E for the language ‘L’ of all words that contains the substring ‘00’</a:t>
            </a:r>
          </a:p>
          <a:p>
            <a:pPr marL="0" indent="0" algn="ctr">
              <a:buNone/>
            </a:pPr>
            <a:r>
              <a:rPr lang="en-US" dirty="0" smtClean="0"/>
              <a:t>R.E= (0+1)* 00 (0+1)*     </a:t>
            </a:r>
          </a:p>
          <a:p>
            <a:pPr marL="0" indent="0" algn="ctr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that </a:t>
            </a:r>
            <a:r>
              <a:rPr lang="en-US" dirty="0" smtClean="0"/>
              <a:t>don’t contains </a:t>
            </a:r>
            <a:r>
              <a:rPr lang="en-US" dirty="0"/>
              <a:t>the substring ‘00’</a:t>
            </a:r>
          </a:p>
          <a:p>
            <a:pPr marL="0" indent="0" algn="ctr">
              <a:buNone/>
            </a:pPr>
            <a:r>
              <a:rPr lang="en-US" dirty="0"/>
              <a:t>R.E= </a:t>
            </a:r>
            <a:r>
              <a:rPr lang="en-US" dirty="0" smtClean="0"/>
              <a:t>0 + 1*+ 1* 0 1*     </a:t>
            </a:r>
          </a:p>
          <a:p>
            <a:pPr marL="0" indent="0" algn="ctr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the R.E for the language ‘L’ of all words that </a:t>
            </a:r>
            <a:r>
              <a:rPr lang="en-US" dirty="0" smtClean="0"/>
              <a:t>don’t contains </a:t>
            </a:r>
            <a:r>
              <a:rPr lang="en-US" dirty="0"/>
              <a:t>the substring </a:t>
            </a:r>
            <a:r>
              <a:rPr lang="en-US" dirty="0" smtClean="0"/>
              <a:t>‘101’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R.E= </a:t>
            </a:r>
            <a:r>
              <a:rPr lang="en-US" dirty="0" smtClean="0"/>
              <a:t>0*(1* 0 0 0*)*1* 0*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288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88FFBD07865B428CF8B6E8FC227FE0" ma:contentTypeVersion="2" ma:contentTypeDescription="Create a new document." ma:contentTypeScope="" ma:versionID="d9c169848c4fca8cefbca414d4ac936f">
  <xsd:schema xmlns:xsd="http://www.w3.org/2001/XMLSchema" xmlns:xs="http://www.w3.org/2001/XMLSchema" xmlns:p="http://schemas.microsoft.com/office/2006/metadata/properties" xmlns:ns2="4b4ae785-5b40-41aa-9be8-e2dc4809edeb" targetNamespace="http://schemas.microsoft.com/office/2006/metadata/properties" ma:root="true" ma:fieldsID="03423c41b0bf4d78c76be07955757213" ns2:_="">
    <xsd:import namespace="4b4ae785-5b40-41aa-9be8-e2dc4809e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4ae785-5b40-41aa-9be8-e2dc4809ed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607BA6-E3E7-4587-AC63-E9BEF0157209}"/>
</file>

<file path=customXml/itemProps2.xml><?xml version="1.0" encoding="utf-8"?>
<ds:datastoreItem xmlns:ds="http://schemas.openxmlformats.org/officeDocument/2006/customXml" ds:itemID="{D00E177D-72EC-4C29-AC53-6178E78F61F2}"/>
</file>

<file path=customXml/itemProps3.xml><?xml version="1.0" encoding="utf-8"?>
<ds:datastoreItem xmlns:ds="http://schemas.openxmlformats.org/officeDocument/2006/customXml" ds:itemID="{1333DC7B-82C1-4A62-A1CB-0BC2D5856C74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293</TotalTime>
  <Words>495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Trebuchet MS</vt:lpstr>
      <vt:lpstr>Wingdings</vt:lpstr>
      <vt:lpstr>Wingdings 3</vt:lpstr>
      <vt:lpstr>Facet</vt:lpstr>
      <vt:lpstr>Lecture #7 &amp; 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#7</dc:title>
  <dc:creator>Microsoft account</dc:creator>
  <cp:lastModifiedBy>Microsoft account</cp:lastModifiedBy>
  <cp:revision>39</cp:revision>
  <dcterms:created xsi:type="dcterms:W3CDTF">2020-08-11T12:33:42Z</dcterms:created>
  <dcterms:modified xsi:type="dcterms:W3CDTF">2020-08-18T17:26:25Z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0x0101009288FFBD07865B428CF8B6E8FC227FE0</vt:lpwstr>
  </property>
</Properties>
</file>